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4387-330F-773C-5B4D-33DF5B2C2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6DEC8-5DBA-2C15-7CE0-10AC3F7AD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641D-95EE-5F96-4A33-EB6FA729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EA7A-09B1-3EC6-EC70-71165298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2AF69-5858-6A3B-8806-C1FE9D8B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7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8C35-4917-E0CA-A507-72B60DC8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7D4F-AE0F-3DEF-FC4F-12F442B6B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6A701-1A72-6953-ED69-DD390D72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FB2A3-0597-598D-D665-1DBEBE13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8B3D0-8474-0F4B-B96D-2618599C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71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1881-1B6E-06CB-7CD1-FEA32276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F2F57-DC00-8F01-008B-FF954D07A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32F7F-D998-8918-93C0-9F2B7D6E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73DB3-C9E3-C0AD-C31F-ADA6425A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1EE7-720B-4BFD-977F-82863E5F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64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DC4F-F90D-D071-E6F5-C3A67A80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F186-F533-1643-F08A-22D7BE764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0DB5C-0E06-AEEA-6596-99F4EBE3C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48C89-44B8-B6C0-6660-D2BF08A4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D63E-7D7E-E411-24E3-45026EB3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4B633-DAA1-E99F-2813-062C8D6B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6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CEAD-4BD0-75AF-6661-02EDD970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ED23D-D751-CABF-CAE9-2A1BDB238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E8015-7F70-41B1-7527-07F3FA592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2EF31-7817-2985-4C96-7E1066C99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1732A8-3094-52B8-DFCF-61E758A80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5A32A-61D2-5B94-73FC-A9ED396B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3CCA61-F462-D37A-38A8-EE5552DC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53738-38FF-C0E1-D1D8-C1E6D8FD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66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A9E3-51BD-EF4A-18AD-C281B552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48F12-E332-2B3C-B898-21717F14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CA67A-0286-C53B-6CB6-084F4F1A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71873-2997-15CA-0FE0-FB6C47F3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59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69521-B10E-4292-2AC1-2A29036C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DDC42-BD67-0C04-F3D4-39754ECC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EC0E-A9E0-4DCF-D1A1-4F8FB395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364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01ED0-1EAD-E058-5DAC-57304E46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CA06-9389-0AEB-E370-4E547AEAD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0B4DB-B0E5-86EA-0301-24733320D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A5E3F-8880-317B-828A-217C4909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69A87-E6C8-2BAC-0513-3353844E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AE9C3-5766-A1A2-91CF-2B9041C1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2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473F-F886-18AF-3C2E-D0AAD035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EDF89-D96C-B19C-3993-00F605AB5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B7726-B2E6-5973-AB72-991476DD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8269-0F3C-4A69-5547-94CA091C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78F3-C468-AFE9-3299-17B76E1A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5648C-35F6-7128-1E49-86F663FB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5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99E8-F3C5-97AD-0A5C-3D9D7761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487AE-B47A-C162-2456-6A12D9D58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76EBD-2AE5-2548-1263-4CA5EFA9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0D78A-0EAF-1BE3-468F-3BDC47D5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86DF5-BCC9-5E58-606E-B990754A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17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02156-7C0D-CBC3-1A83-C761CF14A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3F4F6-D51F-1186-1806-C99EAC413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53855-3A47-FDFF-D375-BEEE0082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8D6A-57EA-991D-77EA-D3E7F8E2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C381B-C12D-FCE0-1972-1E2A9E19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74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8FC6F-2BD9-08D2-432C-47FCD39F1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49B9-D6BD-D47D-1694-9229D5D90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05EE-5166-3C4F-525F-32A2B44DC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C97EF-9A5C-446D-B59F-AC2410513049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9B26-67CE-520A-9D96-2D7D0BAA5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7FDEA-F911-E196-1883-D536EE008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7DBA-5C92-4894-82B0-389B4EB16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62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F428-440D-158F-9116-684B21766B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8CF99-7111-C5DA-389C-DBE6C891E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58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5EF5B3-E52C-184D-81E6-B304D07E478C}"/>
              </a:ext>
            </a:extLst>
          </p:cNvPr>
          <p:cNvSpPr txBox="1"/>
          <p:nvPr/>
        </p:nvSpPr>
        <p:spPr>
          <a:xfrm>
            <a:off x="437882" y="475418"/>
            <a:ext cx="112776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Employee CRUD Management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Organizations struggle to maintain accurate and up-to-date employee records. Manual tracking leads to inconsistent data and poor lifecycle visibility.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Design a module to create, update, and deactivate employee records while maintaining data consistency across the system and preserving history.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UI to add, edit, and deactivate employees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 APIs for create, update, exit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lifecycle tracking (active/exited)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stored correctly in employee master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create → update → exit flow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employee with mandatory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employee details successfully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Exit/deactivate employee using end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Unique Emp ID validation enforced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with minimum 3 employee records</a:t>
            </a:r>
          </a:p>
        </p:txBody>
      </p:sp>
    </p:spTree>
    <p:extLst>
      <p:ext uri="{BB962C8B-B14F-4D97-AF65-F5344CB8AC3E}">
        <p14:creationId xmlns:p14="http://schemas.microsoft.com/office/powerpoint/2010/main" val="31747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C9BBF4-4F76-2D21-9F96-89DE217657F2}"/>
              </a:ext>
            </a:extLst>
          </p:cNvPr>
          <p:cNvSpPr txBox="1"/>
          <p:nvPr/>
        </p:nvSpPr>
        <p:spPr>
          <a:xfrm>
            <a:off x="214648" y="752417"/>
            <a:ext cx="1165108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Employee Directory with Search &amp; Filters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As organizations grow, finding employee information quickly becomes difficult without a centralized searchable directory.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Build a searchable employee directory with filters and sorting to enable quick retrieval of employee information.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listing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by name or employee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by active/exited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Sorting (name/start date)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responsive UI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list loads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returns accurate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least one working filter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least one sorting 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search and filter working</a:t>
            </a:r>
          </a:p>
        </p:txBody>
      </p:sp>
    </p:spTree>
    <p:extLst>
      <p:ext uri="{BB962C8B-B14F-4D97-AF65-F5344CB8AC3E}">
        <p14:creationId xmlns:p14="http://schemas.microsoft.com/office/powerpoint/2010/main" val="223154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DDF1D7-3B22-FB8B-1388-F2C4B7AFD5ED}"/>
              </a:ext>
            </a:extLst>
          </p:cNvPr>
          <p:cNvSpPr txBox="1"/>
          <p:nvPr/>
        </p:nvSpPr>
        <p:spPr>
          <a:xfrm>
            <a:off x="386365" y="890917"/>
            <a:ext cx="114063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Unified Employee Profile View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Employee information is often scattered across multiple systems, making it hard to view complete details in one place.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Create a unified employee profile dashboard combining master details, compliance IDs, bank details, and CTC history.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profile screen per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Sections: personal, bank, compliance, CTC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pulled from multiple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structured UI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Profile loads using employee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data from at least 3 linked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missing data gracefully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CTC history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with one complete employee profile</a:t>
            </a:r>
          </a:p>
        </p:txBody>
      </p:sp>
    </p:spTree>
    <p:extLst>
      <p:ext uri="{BB962C8B-B14F-4D97-AF65-F5344CB8AC3E}">
        <p14:creationId xmlns:p14="http://schemas.microsoft.com/office/powerpoint/2010/main" val="294118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15650E-6CF0-2375-8D6E-6D96EBC599F2}"/>
              </a:ext>
            </a:extLst>
          </p:cNvPr>
          <p:cNvSpPr txBox="1"/>
          <p:nvPr/>
        </p:nvSpPr>
        <p:spPr>
          <a:xfrm>
            <a:off x="407831" y="621585"/>
            <a:ext cx="112690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Onboarding Checklist &amp; Document Collection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Onboarding delays happen due to missing documents and lack of visibility into completion status.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Develop an onboarding tracking system that monitors document submission and completion of onboarding steps.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Onboarding checklist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 upload/entry 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Completion status indicator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HR view of onboarding progress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Checklist visible per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least 3 checklist items tracked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Status updates when documents added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onboarding completion progress</a:t>
            </a:r>
          </a:p>
        </p:txBody>
      </p:sp>
    </p:spTree>
    <p:extLst>
      <p:ext uri="{BB962C8B-B14F-4D97-AF65-F5344CB8AC3E}">
        <p14:creationId xmlns:p14="http://schemas.microsoft.com/office/powerpoint/2010/main" val="99839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1A9AAD-FEF0-A868-AA68-7F565D640DDB}"/>
              </a:ext>
            </a:extLst>
          </p:cNvPr>
          <p:cNvSpPr txBox="1"/>
          <p:nvPr/>
        </p:nvSpPr>
        <p:spPr>
          <a:xfrm>
            <a:off x="588135" y="890917"/>
            <a:ext cx="109813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Job/Role Change Tracking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Organizations often lack proper tracking of employee role and salary changes over time.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Create a system to record role, level, and CTC changes with effective start and end dates.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to add CTC/role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Timeline view of role/CTC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entries per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Date-based tracking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at least 2 CTC records for an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Records stored with correct 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Timeline displays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overlapping date entries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role change history</a:t>
            </a:r>
          </a:p>
        </p:txBody>
      </p:sp>
    </p:spTree>
    <p:extLst>
      <p:ext uri="{BB962C8B-B14F-4D97-AF65-F5344CB8AC3E}">
        <p14:creationId xmlns:p14="http://schemas.microsoft.com/office/powerpoint/2010/main" val="33494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4C0526-8B8E-6205-CE56-50A60D628ED9}"/>
              </a:ext>
            </a:extLst>
          </p:cNvPr>
          <p:cNvSpPr txBox="1"/>
          <p:nvPr/>
        </p:nvSpPr>
        <p:spPr>
          <a:xfrm>
            <a:off x="478664" y="625878"/>
            <a:ext cx="1123467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Exit Workflow Management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Employee exits can become disorganized without structured tracking of last working day and clearances.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Build an exit management workflow to track employee separation and update system status.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Exit employee 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 last working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employee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Reflect changes in directory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Exit date captured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marked inactive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Exited employee filtered separately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exit flow</a:t>
            </a:r>
          </a:p>
        </p:txBody>
      </p:sp>
    </p:spTree>
    <p:extLst>
      <p:ext uri="{BB962C8B-B14F-4D97-AF65-F5344CB8AC3E}">
        <p14:creationId xmlns:p14="http://schemas.microsoft.com/office/powerpoint/2010/main" val="13953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B64E87-A1F2-535A-5ED8-E0A5B2D2BDEB}"/>
              </a:ext>
            </a:extLst>
          </p:cNvPr>
          <p:cNvSpPr txBox="1"/>
          <p:nvPr/>
        </p:nvSpPr>
        <p:spPr>
          <a:xfrm>
            <a:off x="493690" y="535726"/>
            <a:ext cx="1100285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Document Upload &amp; Verification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What problem are we trying to solve?</a:t>
            </a:r>
          </a:p>
          <a:p>
            <a:pPr>
              <a:buNone/>
            </a:pPr>
            <a:r>
              <a:rPr lang="en-IN" dirty="0"/>
              <a:t>Employee compliance documents are often stored without proper verification tracking.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Problem Statement</a:t>
            </a:r>
          </a:p>
          <a:p>
            <a:pPr>
              <a:buNone/>
            </a:pPr>
            <a:r>
              <a:rPr lang="en-IN" dirty="0"/>
              <a:t>Develop a document upload and verification system for employee compliance records.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Upload/add document entry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Verification status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Document list per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document link storage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document record successfully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Update status (pending/verified)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View documents per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Demo showing verification update</a:t>
            </a:r>
          </a:p>
        </p:txBody>
      </p:sp>
    </p:spTree>
    <p:extLst>
      <p:ext uri="{BB962C8B-B14F-4D97-AF65-F5344CB8AC3E}">
        <p14:creationId xmlns:p14="http://schemas.microsoft.com/office/powerpoint/2010/main" val="2085875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D6D7C4-7495-FDF4-B98F-ECB90B6B8713}"/>
              </a:ext>
            </a:extLst>
          </p:cNvPr>
          <p:cNvSpPr txBox="1"/>
          <p:nvPr/>
        </p:nvSpPr>
        <p:spPr>
          <a:xfrm>
            <a:off x="785611" y="587241"/>
            <a:ext cx="107924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Compliance Dashboard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HR teams lack visibility into missing or incomplete compliance records.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Create a dashboard showing compliance status, missing documents, and pending verifications.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with key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documents indicator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 verification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compliance list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shows at least 3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counts displayed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list with compliance gaps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with sample data</a:t>
            </a:r>
          </a:p>
        </p:txBody>
      </p:sp>
    </p:spTree>
    <p:extLst>
      <p:ext uri="{BB962C8B-B14F-4D97-AF65-F5344CB8AC3E}">
        <p14:creationId xmlns:p14="http://schemas.microsoft.com/office/powerpoint/2010/main" val="14730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4751F5-FD15-CEF5-D63F-B21789A521B3}"/>
              </a:ext>
            </a:extLst>
          </p:cNvPr>
          <p:cNvSpPr txBox="1"/>
          <p:nvPr/>
        </p:nvSpPr>
        <p:spPr>
          <a:xfrm>
            <a:off x="463639" y="424109"/>
            <a:ext cx="1077532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Alerts &amp; Reminder System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Missed compliance updates occur due to lack of timely reminders.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Design a reminder system for pending verifications and missing compliance records.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Alerts/notifications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Trigger based on pending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Employee-wise reminders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alert dashboard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Alerts generated for pending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Alerts visible in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when status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alerts before/after update</a:t>
            </a:r>
          </a:p>
        </p:txBody>
      </p:sp>
    </p:spTree>
    <p:extLst>
      <p:ext uri="{BB962C8B-B14F-4D97-AF65-F5344CB8AC3E}">
        <p14:creationId xmlns:p14="http://schemas.microsoft.com/office/powerpoint/2010/main" val="107127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36D1FB-D2E7-1836-8B5F-0D468A9A24C8}"/>
              </a:ext>
            </a:extLst>
          </p:cNvPr>
          <p:cNvSpPr txBox="1"/>
          <p:nvPr/>
        </p:nvSpPr>
        <p:spPr>
          <a:xfrm>
            <a:off x="506569" y="584073"/>
            <a:ext cx="1078391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Headcount Report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Management needs real-time visibility into workforce strength.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Build a reporting module showing total, active, and exited employee counts.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Headcount summary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Active vs exited 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visual/table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update after changes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total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Active/exited counts accurate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after employee exit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report change</a:t>
            </a:r>
          </a:p>
        </p:txBody>
      </p:sp>
    </p:spTree>
    <p:extLst>
      <p:ext uri="{BB962C8B-B14F-4D97-AF65-F5344CB8AC3E}">
        <p14:creationId xmlns:p14="http://schemas.microsoft.com/office/powerpoint/2010/main" val="155094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E62561-F56C-740A-B400-E21AB6344AAF}"/>
              </a:ext>
            </a:extLst>
          </p:cNvPr>
          <p:cNvSpPr txBox="1"/>
          <p:nvPr/>
        </p:nvSpPr>
        <p:spPr>
          <a:xfrm>
            <a:off x="635358" y="493922"/>
            <a:ext cx="1077961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Joiners &amp; Leavers Report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Organizations need monthly insights into hiring and attrition trends.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Create a monthly joiners and leavers reporting system.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Month-wise joiner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Month-wise leaver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 or chart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Date range selection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start/end dates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 grouping accurate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least 3 months sample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report</a:t>
            </a:r>
          </a:p>
        </p:txBody>
      </p:sp>
    </p:spTree>
    <p:extLst>
      <p:ext uri="{BB962C8B-B14F-4D97-AF65-F5344CB8AC3E}">
        <p14:creationId xmlns:p14="http://schemas.microsoft.com/office/powerpoint/2010/main" val="409270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12B5F3-2DF7-40B9-4E8F-9847E1CFC340}"/>
              </a:ext>
            </a:extLst>
          </p:cNvPr>
          <p:cNvSpPr txBox="1"/>
          <p:nvPr/>
        </p:nvSpPr>
        <p:spPr>
          <a:xfrm>
            <a:off x="661116" y="544311"/>
            <a:ext cx="1065512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CTC &amp; Level Distribution Analytics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Management needs insight into salary distribution and employee levels.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Build analytics showing distribution across CTC ranges and job levels.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Salary band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Level-wise employee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 or chart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Insights-ready dashboard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least 3 salary bands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Level-wise counts displayed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pulled from CTC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with distribution output</a:t>
            </a:r>
          </a:p>
        </p:txBody>
      </p:sp>
    </p:spTree>
    <p:extLst>
      <p:ext uri="{BB962C8B-B14F-4D97-AF65-F5344CB8AC3E}">
        <p14:creationId xmlns:p14="http://schemas.microsoft.com/office/powerpoint/2010/main" val="34819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40D785-8E05-1647-276E-3DAC34712C41}"/>
              </a:ext>
            </a:extLst>
          </p:cNvPr>
          <p:cNvSpPr txBox="1"/>
          <p:nvPr/>
        </p:nvSpPr>
        <p:spPr>
          <a:xfrm>
            <a:off x="601014" y="531433"/>
            <a:ext cx="1106295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Compliance Status Report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problem are we trying to solve?</a:t>
            </a:r>
          </a:p>
          <a:p>
            <a:pPr>
              <a:buNone/>
            </a:pPr>
            <a:r>
              <a:rPr lang="en-US" dirty="0"/>
              <a:t>Tracking compliance completion across employees is difficult without consolidated reporting.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Create a report showing compliance status by document type and verification state.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Expected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Compliance report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by status/type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Employee-wise compliance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status indicators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Minimum Acceptance Criteria (MAC)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by status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compliance data displayed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Pending/non-compliant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 showing filtered report</a:t>
            </a:r>
          </a:p>
        </p:txBody>
      </p:sp>
    </p:spTree>
    <p:extLst>
      <p:ext uri="{BB962C8B-B14F-4D97-AF65-F5344CB8AC3E}">
        <p14:creationId xmlns:p14="http://schemas.microsoft.com/office/powerpoint/2010/main" val="3333738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2A3952-9C78-50CF-357B-3C6531CC6493}"/>
              </a:ext>
            </a:extLst>
          </p:cNvPr>
          <p:cNvSpPr txBox="1"/>
          <p:nvPr/>
        </p:nvSpPr>
        <p:spPr>
          <a:xfrm>
            <a:off x="811369" y="1008569"/>
            <a:ext cx="9783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Tech Stack for Hackathon Batch 3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Frontend: ReactJS</a:t>
            </a:r>
            <a:br>
              <a:rPr lang="en-IN" dirty="0"/>
            </a:br>
            <a:r>
              <a:rPr lang="en-IN" dirty="0"/>
              <a:t>Backend: Python (Django APIs)</a:t>
            </a:r>
            <a:br>
              <a:rPr lang="en-IN" dirty="0"/>
            </a:br>
            <a:r>
              <a:rPr lang="en-IN" dirty="0"/>
              <a:t>Database: MySQL</a:t>
            </a:r>
          </a:p>
          <a:p>
            <a:pPr>
              <a:buNone/>
            </a:pPr>
            <a:r>
              <a:rPr lang="en-IN" dirty="0"/>
              <a:t>Teams must strictly use this stack.</a:t>
            </a:r>
          </a:p>
        </p:txBody>
      </p:sp>
    </p:spTree>
    <p:extLst>
      <p:ext uri="{BB962C8B-B14F-4D97-AF65-F5344CB8AC3E}">
        <p14:creationId xmlns:p14="http://schemas.microsoft.com/office/powerpoint/2010/main" val="418604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1177</Words>
  <Application>Microsoft Office PowerPoint</Application>
  <PresentationFormat>Widescreen</PresentationFormat>
  <Paragraphs>257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Arvind Jeenoor</dc:creator>
  <cp:lastModifiedBy>Perumal B S</cp:lastModifiedBy>
  <cp:revision>2</cp:revision>
  <dcterms:created xsi:type="dcterms:W3CDTF">2026-02-25T00:00:05Z</dcterms:created>
  <dcterms:modified xsi:type="dcterms:W3CDTF">2026-02-25T03:51:21Z</dcterms:modified>
</cp:coreProperties>
</file>